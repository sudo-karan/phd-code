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08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FMU: what I have done, how it compares to AlphaEarth,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open gaps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status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area: Sanjay Van, Delhi (13.0 km2)   |   window 2017–2022   |   unsupervised, no ground-truth stand 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with Claude Code. Field/gap analysis from a separate Claude Science session.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WHAT I HAVE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FMU 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FMU delineates forest "stands" (management units) from satellite time series.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unsupervised: there is no field-drawn / operational stand map to train against.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entirely on Google Earth Engine, driven by a YAML config, cached as EE assets.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multi-sensor: optical phenology + radar + canopy structure + terrain.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have so far is a replication of the paper’s method, extended with one experiment (below).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framing used throughout: with no ground truth, nothing here claims one map is "more correct".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WHAT I HAVE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step by 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2264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mask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19631" y="2423160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003679" y="2194560"/>
            <a:ext cx="12264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83230" y="2423160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367278" y="2194560"/>
            <a:ext cx="12264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features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6829" y="2423160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730877" y="2194560"/>
            <a:ext cx="12264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SNIC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0428" y="2423160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094476" y="2194560"/>
            <a:ext cx="12264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k-means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74027" y="2423160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58075" y="2194560"/>
            <a:ext cx="12264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37626" y="2423160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821674" y="2194560"/>
            <a:ext cx="12264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export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801225" y="2423160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185273" y="2194560"/>
            <a:ext cx="12264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metrics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– restrict to the habitat of interest.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– Sentinel-2, Sentinel-1, and auxiliary layers.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– build the multi-sensor feature stack (step-by-step next).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SNIC – group pixels into superpixels (held fixed across all experiments = the control).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– cluster superpixels into k = 6 stand types.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/ export / metrics – per-stand statistics, output rasters + polygons, comparison scores.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WHAT I HAVE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Step: the hand-crafted feature stack (22 bands)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/ phenology (Sentinel-2): NDVI mean, amplitude, phase, trend, residual variance.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(Sentinel-1): VV and VH backscatter percentiles (p10 / p50 / p90) and spread.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Canopy structure: canopy height (mean, max, std).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terrain &amp; climate: elevation, slope, aspect, annual rainfall, distance to water.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feature bands total  |  all reduced over one 2017–2022 window  |  robust-scaled before clustering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hand-crafted stack is the thing an embedding model (AlphaEarth) proposes to replace — see Part 2.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WHAT I HAVE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Step: segment, cluster, profile, score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SNIC segmentation builds spatially coherent superpixels. Its inputs are composite + structure + radar only — so the boundaries are identical no matter which feature stack is clustered. This is the experimental control.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(k = 6, fixed seed) clusters the superpixel-mean features into stand types. The clustering is band-name-agnostic, so it runs unchanged on 22 hand-crafted bands or on 64 embedding dimensions.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summarises each cluster in original units (canopy height, NDVI, backscatter).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silhouette per run, plus ARI / NMI / Hungarian overlap / agreement vs a reference run.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6 is currently a fixed choice, not a swept / justified value — flagged later as gap G3.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WHAT I HAVE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hand-crafted stack lets me say</a:t>
            </a:r>
            <a:endParaRPr lang="en-US" sz="2600" dirty="0"/>
          </a:p>
        </p:txBody>
      </p:sp>
      <p:pic>
        <p:nvPicPr>
          <p:cNvPr id="4" name="Image 0" descr="/home/user/phd-code/reports/sanjay_van_baseline/phen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4846320" cy="3671455"/>
          </a:xfrm>
          <a:prstGeom prst="rect">
            <a:avLst/>
          </a:prstGeom>
        </p:spPr>
      </p:pic>
      <p:pic>
        <p:nvPicPr>
          <p:cNvPr id="5" name="Image 1" descr="/home/user/phd-code/reports/sanjay_van_baseline/separating_pow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06440" y="1554480"/>
            <a:ext cx="4114800" cy="38818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profiling output. Left: per-stand seasonal NDVI curve. Right: which features drive the partition (canopy height, elevation, seasonal amplitude lead).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stand is describable in real ecological units. The AlphaEarth embedding has no equivalent — its 64 dimensions are unnamed (see Part 3).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WHAT I HAVE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have actually run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Replicated the full pipeline end-to-end (mask → metrics).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C-0: baseline vs variant (NDVI vs NIRv + dual-harmonic), SNIC held fixed — one completed feature-swap comparison.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ran the AlphaEarth embedding arm end-to-end on Sanjay Van (Part 2).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 of the AlphaEarth comparison: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with internal metrics only (no external / ecological reference yet).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Sanjay Van — the secondary AOI; Mudumalai (the site with field ground truth) is not yet done.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arms only — the Tessera arm is blocked (data coverage + ingestion bug).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pre-registered — no hypothesis was fixed before running.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WHAT I HAVE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comparison I had already run (C-0)</a:t>
            </a:r>
            <a:endParaRPr lang="en-US" sz="2600" dirty="0"/>
          </a:p>
        </p:txBody>
      </p:sp>
      <p:pic>
        <p:nvPicPr>
          <p:cNvPr id="4" name="Image 0" descr="/home/user/phd-code/reports/comparison_sanjay_van_nirv_dual_vs_sanjay_van_baseline/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45920"/>
            <a:ext cx="3741725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1737360"/>
            <a:ext cx="6702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 vs  NIRv + dual-harmonic   (optical features changed; SNIC / k / seed fixed)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846320" y="2468880"/>
            <a:ext cx="670255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design as the AlphaEarth swap, but only the optical features change.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Best-match overlap stays high — 73% to 92% (green rings). A small feature tweak barely moves the map.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template (C-0). Part 2 runs the same experiment but swaps the whole representation — and the map moves far more (agreement drops to 41%).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how my code compares with AlphaEarth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70332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"swap only the feature arm" experiment, and its real outputs.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COMPARISON WITH ALPHAEARTH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experiment: swap only the feature 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Hand-crafted 22-band stack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80560" y="237744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0292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(k=6)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237744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7724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stands (Arm 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AlphaEarth 64-D embedding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338328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02920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(k=6)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23760" y="338328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724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stands (Arm B)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18320" y="2377440"/>
            <a:ext cx="0" cy="100584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288036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96696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ARI, NMI, silhouette, agreement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identical for both arms: SNIC boundaries, k = 6, random seed, ROI, time window.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feature vector changes — so any difference is attributable to the representation, not the pipeline.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the "hand-crafted vs pretrained embedding" question the current literature is asking.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COMPARISON WITH ALPHAEARTH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my code produces</a:t>
            </a:r>
            <a:endParaRPr lang="en-US" sz="2600" dirty="0"/>
          </a:p>
        </p:txBody>
      </p:sp>
      <p:pic>
        <p:nvPicPr>
          <p:cNvPr id="4" name="Image 0" descr="/home/user/phd-code/report_screenshot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10908792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of the HTML report generated by scripts/report.py (config summary + metrics table). Numbers below are read from this report.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COMPARISON WITH ALPHAEARTH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1: cluster separation (silhouette)</a:t>
            </a:r>
            <a:endParaRPr lang="en-US" sz="2600" dirty="0"/>
          </a:p>
        </p:txBody>
      </p:sp>
      <p:pic>
        <p:nvPicPr>
          <p:cNvPr id="4" name="Image 0" descr="/home/user/phd-code/reports/multi_sanjay_van_baseline/silhouette_b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949440" cy="29199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+0.113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9552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AlphaEarth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3200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5528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(hand-crafted)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66344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is intrinsic (needs no reference) so it is directly comparable across arms.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AlphaEarth clusters are clearly more separable; the baseline sits essentially at zero.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limit: this is an internal geometry measure, not evidence of ecological correctness.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COMPARISON WITH ALPHAEARTH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2: the stand maps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(hand-crafted)</a:t>
            </a:r>
            <a:endParaRPr lang="en-US" sz="1400" dirty="0"/>
          </a:p>
        </p:txBody>
      </p:sp>
      <p:pic>
        <p:nvPicPr>
          <p:cNvPr id="5" name="Image 0" descr="/home/user/phd-code/reports/multi_sanjay_van_baseline/_sanjay_van_baseline/stand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83080"/>
            <a:ext cx="329184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AlphaEarth (embedding)</a:t>
            </a:r>
            <a:endParaRPr lang="en-US" sz="1400" dirty="0"/>
          </a:p>
        </p:txBody>
      </p:sp>
      <p:pic>
        <p:nvPicPr>
          <p:cNvPr id="7" name="Image 1" descr="/home/user/phd-code/reports/multi_sanjay_van_baseline/_sanjay_van_alphaearth/stand_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783080"/>
            <a:ext cx="329184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1920240"/>
            <a:ext cx="33192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SNIC boundaries in both; only the cluster assignment differs.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Colours are per-arm — the same colour is a different stand in each map.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AlphaEarth gives larger, more contiguous stands; the baseline is more fragmented.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COMPARISON WITH ALPHAEARTH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3: agreement between the two arms</a:t>
            </a:r>
            <a:endParaRPr lang="en-US" sz="2600" dirty="0"/>
          </a:p>
        </p:txBody>
      </p:sp>
      <p:pic>
        <p:nvPicPr>
          <p:cNvPr id="4" name="Image 0" descr="/home/user/phd-code/reports/multi_sanjay_van_baseline/_sanjay_van_alphaearth/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3741725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828800"/>
            <a:ext cx="6611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 0.17    NMI 0.23    Agreement 41%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937760" y="2468880"/>
            <a:ext cx="66111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Low-to-moderate agreement: after Hungarian alignment only ~41% of pixels fall in corresponding stands.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representations delineate the forest quite differently.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rings mark each AlphaEarth stand’s best-matching baseline stand — some map cleanly, others split.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arm is a reference; this only quantifies how much the representation reshapes the map.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COMPARISON WITH ALPHAEARTH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4: per-stand consensus (confidence)</a:t>
            </a:r>
            <a:endParaRPr lang="en-US" sz="2600" dirty="0"/>
          </a:p>
        </p:txBody>
      </p:sp>
      <p:pic>
        <p:nvPicPr>
          <p:cNvPr id="4" name="Image 0" descr="/home/user/phd-code/reports/multi_sanjay_van_baseline/_sanjay_van_alphaearth/confid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6766560" cy="2592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40%    |    33% of area ≥ 80% agreement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512064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= how often the two representations place a stand in corresponding classes (rolled up per stand).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consensus / stability layer, explicitly not a correctness score — that would need ground truth.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COMPARISON WITH ALPHAEARTH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comparison does and does not show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show: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feature representations cluster the forest differently (ARI 0.17).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AlphaEarth clusters are internally more separable (silhouette +0.113 vs −0.007).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agree can be mapped as a consensus layer.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show: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965960"/>
            <a:ext cx="51480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either representation is ecologically more correct — no ground truth exists.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validity — all scores are internal (agreement between arms is not truth).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Generality — one AOI (Sanjay Van), one k, two arms, not pre-registered.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AlphaEarth: Brown et al. 2025 (arXiv:2507.22291), 64-D per-pixel annual embedding in Earth Engine. TESSERA: Feng et al. 2025 (arXiv:2506.20380), 128-D S1/S2 time-series, preserves phenology, CC0.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the gaps we identified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70332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I found with a separate Claude Science literature review (~246 verified DOIs).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GAPS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gap underneath all the others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independent, stand-level ground reference.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"ecologically meaningful" is currently neither provable nor falsifiable at scale.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delineation has no agreed validation grammar — only internal, circular metrics.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clusters get checked against land-cover labels, not against ecology.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field-wide condition, not a personal one — it is where the contribution is.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reframes the advisor’s "going in circles" feedback: the loop is the field’s, and it points at the opening.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GAPS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on my committed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— no validation grammar for unsupervised delineation (internal metrics are circular).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— a "stand" is aggregated from superpixels, never drawn or tested against a reference unit.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— k and segmentation parameters chosen unprincipled; k = 6 is asserted, not swept.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— embeddings vs hand-crafted features have never been raced head-to-head for stand clustering.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G10–G13 — the "spectral community" bridge (SVH) is untested in Indian dry forest, and I have no falsifiable claim yet.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AlphaEarth run is a first attack on G4 — but internal-only, so it does not yet close it (needs G1/G2 external validation).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GAPS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SVH test (what would close G10–G13)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Variation Hypothesis (SVH): spectral heterogeneity is a proxy for biological diversity.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Alpha-SVH: within a patch, does more spectral variation mean more species?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Beta-SVH: do two spectrally different patches also differ in species? — this is what validates a stand boundary.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correlate spectral distance vs field species turnover across units, with a permutation / Mantel null.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Site: the Mudumalai ForestGEO stem-mapped plot gives the real species ground truth.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I am confident about: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34924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Schmidtlein &amp; Fassnacht 2017 (RSE, doi:10.1016/j.rse.2017.01.036) — SVH does not hold generally (falsification).   Nagendra 2010 (doi:10.3390/rs2020478) — Indian dry forest, mixed/scale-dependent.   Torresani et al. 2024 (doi:10.1016/j.ecoinf.2024.102702) — 20-year review.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GAPS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turn my current work into a real 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external validation (the missing piece): score each arm against an independent reference, not just against each other.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available now: national forest-type maps (Roy 2015 / Reddy 2015 — to confirm) and FSI products (coarse, wall-to-wall); the Mudumalai ForestGEO plot (fine, real, but one plot).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Mudumalai as the primary AOI — it carries the ground truth; Sanjay Van becomes the transfer test.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Tessera arm (fix the ingestion) for a three-way comparison.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 the hypothesis before running, so the pipeline can fail (closes the "no committed hypothesis" gap).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GAPS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(used above):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AlphaEarth Foundations — Brown et al. 2025, arXiv:2507.22291.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 — Feng et al. 2025, arXiv:2506.20380.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Schmidtlein &amp; Fassnacht 2017 — Remote Sensing of Environment, doi:10.1016/j.rse.2017.01.036.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Nagendra 2010 — doi:10.3390/rs2020478.  Torresani et al. 2024 — doi:10.1016/j.ecoinf.2024.102702.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confirm with Claude Science (I did not want to assert these):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SVH origin: Palmer 2002 and Rocchini 2004 — exact refs/claims.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"Spectral species": Féret &amp; Asner 2014 — exact ref.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SVH design checklist: "Wallis 2025" — which paper exactly?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Confounds: Wang 2017 (grain/scale) and Thornley 2022 (phenology) — exact refs.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forest-type reference maps: Roy 2015, Reddy 2015 — exact refs. Delineation: Xiong 2024, Sandum/Ørka 2026.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honestly stands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Done: a working, reproducible, unsupervised multi-sensor pipeline, plus one completed feature-swap (C-0) and the AlphaEarth swap run end-to-end.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AlphaEarth comparison shows the embedding separates stands better internally (+0.113 vs −0.007) and delineates differently (ARI 0.17) — but on internal metrics only, one AOI, two arms.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yet a validated result: no external reference, not on the ground-truth site (Mudumalai), no pre-registered hypothesis.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work ahead is validation: external references now, Mudumalai run, the falsifiable SVH test — that is what turns clusters into an ecological claim.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2026-07-26T21:40:13Z</dcterms:created>
  <dcterms:modified xsi:type="dcterms:W3CDTF">2026-07-26T21:40:13Z</dcterms:modified>
</cp:coreProperties>
</file>